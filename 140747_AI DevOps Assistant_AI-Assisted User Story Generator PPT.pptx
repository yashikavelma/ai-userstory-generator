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</p:sldIdLst>
  <p:sldSz cx="12192000" cy="6858000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Light" panose="020B0604020202020204" charset="0"/>
      <p:regular r:id="rId17"/>
      <p:bold r:id="rId18"/>
      <p:italic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  <p:embeddedFont>
      <p:font typeface="Urbanist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ee2dba507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ee2dba507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hyperlink" Target="https://github.com/YashikaVelma/ai-userstory-generator/blob/main/.github/workflows/main.yml" TargetMode="External"/><Relationship Id="rId4" Type="http://schemas.openxmlformats.org/officeDocument/2006/relationships/hyperlink" Target="https://github.com/users/YashikaVelma/projects/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360533" y="2151012"/>
            <a:ext cx="7470933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AI DevOps </a:t>
            </a:r>
            <a:r>
              <a:rPr lang="en-US" sz="480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Assistant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538412" y="3011983"/>
            <a:ext cx="711517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Inter Light"/>
                <a:ea typeface="Inter Light"/>
                <a:cs typeface="Inter Light"/>
                <a:sym typeface="Inter Light"/>
              </a:rPr>
              <a:t>AI-Assisted User Story Generator: Automating Agile Documentation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538412" y="3853904"/>
            <a:ext cx="71151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Presenter:</a:t>
            </a:r>
            <a:r>
              <a:rPr lang="en-US" sz="12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Aye Khine Lwin (140747)</a:t>
            </a:r>
            <a:endParaRPr sz="1200" b="0" i="0" u="none" strike="noStrike" cap="non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Subject:</a:t>
            </a:r>
            <a:r>
              <a:rPr lang="en-US" sz="12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Gestão de Projetos Ágeis (GP_03913)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Instructor:</a:t>
            </a:r>
            <a:r>
              <a:rPr lang="en-US" sz="12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Professor Miguel Ângelo da Silva</a:t>
            </a:r>
            <a:endParaRPr sz="1200" b="0" i="0" u="none" strike="noStrike" cap="non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Institution:</a:t>
            </a:r>
            <a:r>
              <a:rPr lang="en-US" sz="12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ISCTE | June </a:t>
            </a:r>
            <a:r>
              <a:rPr lang="en-US" sz="12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21</a:t>
            </a:r>
            <a:r>
              <a:rPr lang="en-US" sz="12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87041"/>
            <a:ext cx="5334000" cy="3150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287041"/>
            <a:ext cx="5334000" cy="315069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914400" y="2629941"/>
            <a:ext cx="488061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The Core Problem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14400" y="3106191"/>
            <a:ext cx="46482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Manual backlog refinement and requirement gathering create massive overhead and inconsistencies for Agile teams.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14400" y="4100512"/>
            <a:ext cx="46482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Product Owners spend significant manual effort drafting standardized documentation rather than focusing on strategy.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629400" y="2629941"/>
            <a:ext cx="488061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Project Objective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629400" y="3106191"/>
            <a:ext cx="4648200" cy="8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Build an AI-powered solution to instantly convert rough text ideas into </a:t>
            </a:r>
            <a:r>
              <a:rPr lang="en-US" sz="1350" b="0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Professional User Stories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and Acceptance Criteria.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29400" y="4100512"/>
            <a:ext cx="46482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Designed for SME teams (5–15 members) to lower AI adoption barriers and improve sprint efficiency.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762000" y="571500"/>
            <a:ext cx="114014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Problem &amp; Objective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571500" y="571500"/>
            <a:ext cx="47625" cy="485775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318146"/>
            <a:ext cx="5334000" cy="308833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571500" y="2318146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Iterative Execution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857250" y="2689621"/>
            <a:ext cx="50482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Scrum Adoption: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Managed via iterative sprint blocks avoiding monolithic builds.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57250" y="3352502"/>
            <a:ext cx="50482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Pipeline Priority: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Developed MVP Frontend UI first, followed by Groq AI integration.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57250" y="4015382"/>
            <a:ext cx="50484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Kanban Management: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GitHub Projects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which operated as Kanban 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utilized for strict Todo, In Progress,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Done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7250" y="4678279"/>
            <a:ext cx="50484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Core Backlog: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Integration of US01 (UI), US02 (API), and US03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and separating them into tasks.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571500" y="2689621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71500" y="3352502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571500" y="4015382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571500" y="4678263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762000" y="571500"/>
            <a:ext cx="114014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Agile Project Orchestration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71500" y="571500"/>
            <a:ext cx="47625" cy="485775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5" title="Screenshot 2026-06-21 232435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29500" y="2282250"/>
            <a:ext cx="5490999" cy="3160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42269"/>
            <a:ext cx="3492549" cy="28402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442269"/>
            <a:ext cx="3492549" cy="28402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442269"/>
            <a:ext cx="3492549" cy="28402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2720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6"/>
          <p:cNvSpPr txBox="1"/>
          <p:nvPr/>
        </p:nvSpPr>
        <p:spPr>
          <a:xfrm>
            <a:off x="784223" y="3299519"/>
            <a:ext cx="306710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Frontend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857250" y="3690044"/>
            <a:ext cx="2921049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Built with </a:t>
            </a:r>
            <a:r>
              <a:rPr lang="en-US" sz="1350" b="0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Streamlit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rapid prototyping. Simplifies interactive interface generation without complex HTML/CSS overhead.</a:t>
            </a:r>
            <a:endParaRPr/>
          </a:p>
        </p:txBody>
      </p:sp>
      <p:pic>
        <p:nvPicPr>
          <p:cNvPr id="132" name="Google Shape;13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0550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4562523" y="3299519"/>
            <a:ext cx="306710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AI Engine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4635549" y="3690044"/>
            <a:ext cx="2921049" cy="109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Driven by </a:t>
            </a:r>
            <a:r>
              <a:rPr lang="en-US" sz="1350" b="0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Groq API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running Llama-3.3-70b. Engineered prompts force strict "As a... I want... So that..." schemas.</a:t>
            </a:r>
            <a:endParaRPr/>
          </a:p>
        </p:txBody>
      </p:sp>
      <p:pic>
        <p:nvPicPr>
          <p:cNvPr id="135" name="Google Shape;13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83799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6"/>
          <p:cNvSpPr txBox="1"/>
          <p:nvPr/>
        </p:nvSpPr>
        <p:spPr>
          <a:xfrm>
            <a:off x="8340822" y="3299519"/>
            <a:ext cx="3067102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Security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413849" y="3690044"/>
            <a:ext cx="2921100" cy="12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Leveraged </a:t>
            </a:r>
            <a:r>
              <a:rPr lang="en-US" sz="1350" b="0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Streamlit Secrets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secure G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roq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_API_KEY management. Avoids hardcoded tokens in source code.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62000" y="571500"/>
            <a:ext cx="114014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System Architecture</a:t>
            </a:r>
            <a:endParaRPr/>
          </a:p>
        </p:txBody>
      </p:sp>
      <p:sp>
        <p:nvSpPr>
          <p:cNvPr id="139" name="Google Shape;139;p16"/>
          <p:cNvSpPr/>
          <p:nvPr/>
        </p:nvSpPr>
        <p:spPr>
          <a:xfrm>
            <a:off x="571500" y="571500"/>
            <a:ext cx="47625" cy="485775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762000" y="571500"/>
            <a:ext cx="50006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DevOps CI/CD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571500" y="571500"/>
            <a:ext cx="47625" cy="485775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571500" y="1609725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Automated quality control via .github/workflows/main.yml triggered on every push.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857250" y="2482155"/>
            <a:ext cx="46672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Checkout: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Pulls latest code iterations.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857250" y="2870745"/>
            <a:ext cx="46672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Setup: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Configures stable Python 3.10 runtime.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857250" y="3259335"/>
            <a:ext cx="46672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Dependencies: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Synchronizes system packages.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857250" y="3647926"/>
            <a:ext cx="46672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Syntax: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Executes py_compile to block bugs.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571500" y="2482155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571500" y="2870745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571500" y="3259335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571500" y="3647926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6208875" y="1621475"/>
            <a:ext cx="5391300" cy="18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**The next image will be the code description of CI/CD code that mentioned here.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8" title="Screenshot 2026-06-22 00005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12039601" cy="595274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39F27D-3C84-11AA-38AF-5603734F6742}"/>
              </a:ext>
            </a:extLst>
          </p:cNvPr>
          <p:cNvSpPr txBox="1"/>
          <p:nvPr/>
        </p:nvSpPr>
        <p:spPr>
          <a:xfrm>
            <a:off x="0" y="6190488"/>
            <a:ext cx="12039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This Screenshot is the main code file of CI/CD { .</a:t>
            </a:r>
            <a:r>
              <a:rPr lang="en-US" sz="1600" b="1" dirty="0" err="1"/>
              <a:t>github</a:t>
            </a:r>
            <a:r>
              <a:rPr lang="en-US" sz="1600" b="1" dirty="0"/>
              <a:t>/workflows/</a:t>
            </a:r>
            <a:r>
              <a:rPr lang="en-US" sz="1600" b="1" dirty="0" err="1"/>
              <a:t>main.yml</a:t>
            </a:r>
            <a:r>
              <a:rPr lang="en-US" sz="1600" b="1" dirty="0"/>
              <a:t>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DA6014-546B-D733-C57F-04D3038C4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59161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6ECF81-B9C7-8092-6A79-16B38F05DD3E}"/>
              </a:ext>
            </a:extLst>
          </p:cNvPr>
          <p:cNvSpPr txBox="1"/>
          <p:nvPr/>
        </p:nvSpPr>
        <p:spPr>
          <a:xfrm>
            <a:off x="118872" y="6126480"/>
            <a:ext cx="118506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This Screenshot is the successful configuration of CI/CD. After I commit something whether file upload or code rewrite, It check itself and run all the jobs so that no bad code will be deployed to the live app application.</a:t>
            </a:r>
          </a:p>
        </p:txBody>
      </p:sp>
    </p:spTree>
    <p:extLst>
      <p:ext uri="{BB962C8B-B14F-4D97-AF65-F5344CB8AC3E}">
        <p14:creationId xmlns:p14="http://schemas.microsoft.com/office/powerpoint/2010/main" val="217995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54572"/>
            <a:ext cx="5334000" cy="3615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054572"/>
            <a:ext cx="5334000" cy="3615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3612802"/>
            <a:ext cx="4648200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9"/>
          <p:cNvSpPr txBox="1"/>
          <p:nvPr/>
        </p:nvSpPr>
        <p:spPr>
          <a:xfrm>
            <a:off x="914400" y="2397472"/>
            <a:ext cx="488061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Input Prompt</a:t>
            </a:r>
            <a:endParaRPr/>
          </a:p>
        </p:txBody>
      </p:sp>
      <p:sp>
        <p:nvSpPr>
          <p:cNvPr id="171" name="Google Shape;171;p19"/>
          <p:cNvSpPr txBox="1"/>
          <p:nvPr/>
        </p:nvSpPr>
        <p:spPr>
          <a:xfrm>
            <a:off x="914400" y="2873722"/>
            <a:ext cx="46482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"The use of AI can enhance the performance of software engineering systems"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6629400" y="2397472"/>
            <a:ext cx="488061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AI Generated Result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6629400" y="2873722"/>
            <a:ext cx="46482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User Story: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As a software engineering lead, I want to integrate AI into our systems to optimize tasks, so that we improve performance and reduce manual errors.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6629400" y="3868042"/>
            <a:ext cx="46482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Criteria: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Successful pipeline binding, 20% drop in manual tasks, and 15% latency reduction.</a:t>
            </a:r>
            <a:endParaRPr/>
          </a:p>
        </p:txBody>
      </p:sp>
      <p:pic>
        <p:nvPicPr>
          <p:cNvPr id="175" name="Google Shape;175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23925" y="3622327"/>
            <a:ext cx="4629150" cy="169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/>
        </p:nvSpPr>
        <p:spPr>
          <a:xfrm>
            <a:off x="762000" y="571500"/>
            <a:ext cx="114014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Real-Time Output Demo</a:t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571500" y="571500"/>
            <a:ext cx="47625" cy="485775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0"/>
          <p:cNvSpPr txBox="1"/>
          <p:nvPr/>
        </p:nvSpPr>
        <p:spPr>
          <a:xfrm>
            <a:off x="1595437" y="1757362"/>
            <a:ext cx="9001125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Project </a:t>
            </a:r>
            <a:r>
              <a:rPr lang="en-US" sz="420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Conclusions</a:t>
            </a:r>
            <a:endParaRPr/>
          </a:p>
        </p:txBody>
      </p:sp>
      <p:sp>
        <p:nvSpPr>
          <p:cNvPr id="184" name="Google Shape;184;p20"/>
          <p:cNvSpPr/>
          <p:nvPr/>
        </p:nvSpPr>
        <p:spPr>
          <a:xfrm>
            <a:off x="5619750" y="2681287"/>
            <a:ext cx="952500" cy="19050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 txBox="1"/>
          <p:nvPr/>
        </p:nvSpPr>
        <p:spPr>
          <a:xfrm>
            <a:off x="1809750" y="2986087"/>
            <a:ext cx="85725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Technical synthesis focuses on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Security-First environments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and refining robust DevOps parameterization to overcome pipeline roadblocks.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1809750" y="3725167"/>
            <a:ext cx="85725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Successful delivery proves that software excellence requires a mixture of smart logic, rigorous validation frameworks, and automated continuous delivery flow.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1809750" y="4654748"/>
            <a:ext cx="85725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0FF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1"/>
          <p:cNvSpPr/>
          <p:nvPr/>
        </p:nvSpPr>
        <p:spPr>
          <a:xfrm>
            <a:off x="571500" y="2689919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571500" y="3474690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571500" y="2688967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6" name="Google Shape;196;p21"/>
          <p:cNvSpPr/>
          <p:nvPr/>
        </p:nvSpPr>
        <p:spPr>
          <a:xfrm>
            <a:off x="571500" y="346516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1"/>
          <p:cNvSpPr/>
          <p:nvPr/>
        </p:nvSpPr>
        <p:spPr>
          <a:xfrm>
            <a:off x="571500" y="346516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1"/>
          <p:cNvSpPr txBox="1"/>
          <p:nvPr/>
        </p:nvSpPr>
        <p:spPr>
          <a:xfrm>
            <a:off x="571500" y="3473737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9" name="Google Shape;199;p21"/>
          <p:cNvSpPr/>
          <p:nvPr/>
        </p:nvSpPr>
        <p:spPr>
          <a:xfrm>
            <a:off x="571500" y="424993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1"/>
          <p:cNvSpPr/>
          <p:nvPr/>
        </p:nvSpPr>
        <p:spPr>
          <a:xfrm>
            <a:off x="571500" y="424993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 txBox="1"/>
          <p:nvPr/>
        </p:nvSpPr>
        <p:spPr>
          <a:xfrm>
            <a:off x="571500" y="4258508"/>
            <a:ext cx="1714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FFCC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1666875" y="2832794"/>
            <a:ext cx="99537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u="sng">
                <a:solidFill>
                  <a:schemeClr val="hlink"/>
                </a:solidFill>
                <a:hlinkClick r:id="rId4"/>
              </a:rPr>
              <a:t>View 1 · @ayekhinelwin_140747_ai-userstory-generator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1666875" y="3078509"/>
            <a:ext cx="9953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github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1666875" y="3617565"/>
            <a:ext cx="99537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u="sng">
                <a:solidFill>
                  <a:schemeClr val="hlink"/>
                </a:solidFill>
                <a:hlinkClick r:id="rId5"/>
              </a:rPr>
              <a:t>ai-userstory-generator/.github/workflows/main.yml at main · YashikaVelma/ai-userstory-generator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1666875" y="3863280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github.com</a:t>
            </a:r>
            <a:endParaRPr/>
          </a:p>
        </p:txBody>
      </p:sp>
      <p:pic>
        <p:nvPicPr>
          <p:cNvPr id="206" name="Google Shape;206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40888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1"/>
          <p:cNvSpPr txBox="1"/>
          <p:nvPr/>
        </p:nvSpPr>
        <p:spPr>
          <a:xfrm>
            <a:off x="1666875" y="4402335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https://miro.medium.com/v2/resize:fit:5108/1*pWlj0J1FjA8flxqoWp01QQ.png</a:t>
            </a:r>
            <a:endParaRPr/>
          </a:p>
        </p:txBody>
      </p:sp>
      <p:sp>
        <p:nvSpPr>
          <p:cNvPr id="208" name="Google Shape;208;p21"/>
          <p:cNvSpPr txBox="1"/>
          <p:nvPr/>
        </p:nvSpPr>
        <p:spPr>
          <a:xfrm>
            <a:off x="1666875" y="4648051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medium.com</a:t>
            </a:r>
            <a:endParaRPr/>
          </a:p>
        </p:txBody>
      </p:sp>
      <p:sp>
        <p:nvSpPr>
          <p:cNvPr id="209" name="Google Shape;209;p21"/>
          <p:cNvSpPr txBox="1"/>
          <p:nvPr/>
        </p:nvSpPr>
        <p:spPr>
          <a:xfrm>
            <a:off x="762000" y="571500"/>
            <a:ext cx="11401425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FFCC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10" name="Google Shape;210;p21"/>
          <p:cNvSpPr/>
          <p:nvPr/>
        </p:nvSpPr>
        <p:spPr>
          <a:xfrm>
            <a:off x="571500" y="571500"/>
            <a:ext cx="47625" cy="485775"/>
          </a:xfrm>
          <a:prstGeom prst="rect">
            <a:avLst/>
          </a:prstGeom>
          <a:solidFill>
            <a:srgbClr val="00FFC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21" title="Screenshot 2026-06-22 000057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1500" y="3683903"/>
            <a:ext cx="857249" cy="515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1" title="Screenshot 2026-06-21 232435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1500" y="2898025"/>
            <a:ext cx="950077" cy="57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</Words>
  <Application>Microsoft Office PowerPoint</Application>
  <PresentationFormat>Widescreen</PresentationFormat>
  <Paragraphs>63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Inter Light</vt:lpstr>
      <vt:lpstr>Inter</vt:lpstr>
      <vt:lpstr>Urbanist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Aye Lwin</cp:lastModifiedBy>
  <cp:revision>1</cp:revision>
  <dcterms:modified xsi:type="dcterms:W3CDTF">2026-06-21T23:27:41Z</dcterms:modified>
</cp:coreProperties>
</file>